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4636"/>
                </a:solidFill>
                <a:latin typeface="Calibri"/>
              </a:rPr>
              <a:t>SOLUTIONS ENGINEERING  ·  BOOKLY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915"/>
                </a:solidFill>
                <a:latin typeface="Calibri"/>
              </a:rPr>
              <a:t>The model should talk.
Bookly’s systems should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E584E"/>
                </a:solidFill>
                <a:latin typeface="Calibri"/>
              </a:rPr>
              <a:t>A support agent can ask, look up, and act. It should never be the source of truth for an order, a refund, or a completed return.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0690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069080"/>
            <a:ext cx="73152" cy="1965960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4251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One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709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The model handles the conversation. There are no specialist sub-agents.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0690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4069080"/>
            <a:ext cx="73152" cy="1965960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251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Tools own the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4709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Order status, eligibility, and refund amounts come back from Bookly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690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069080"/>
            <a:ext cx="73152" cy="1965960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4251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Writes need a 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47091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Application code blocks a return until the customer has explicitly agreed.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Bookly support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1  / 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915"/>
                </a:solidFill>
                <a:latin typeface="Calibri"/>
              </a:rPr>
              <a:t>How a customer inquiry 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170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704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916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Sends the visible transcript. That list is the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5" y="178308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05156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170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1704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16916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One loop. Validate, gate writes, run the tool, return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178308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05156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170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1704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16916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Gemini or OpenAI. Prompt is behavior, not the catalog.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178308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05156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1170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4E32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1704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4636"/>
                </a:solidFill>
                <a:latin typeface="Calibri"/>
              </a:rPr>
              <a:t>Bookly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169164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Orders, policy, eligibility, returns. Code decides the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2461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4636"/>
                </a:solidFill>
                <a:latin typeface="Calibri"/>
              </a:rPr>
              <a:t>What each piece is responsible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636"/>
                </a:solidFill>
                <a:latin typeface="Calibri"/>
              </a:rPr>
              <a:t>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7033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Ask when an order number or a book is missing. Reuse what the customer already said. Never claim a return succeeded unless the tool did.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526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636"/>
                </a:solidFill>
                <a:latin typeface="Calibri"/>
              </a:rPr>
              <a:t>Read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52628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get_order, search_policy, and check_return_eligibility run as soon as the model asks. Eligibility is 30 days from delivery, and only for a delivered item that has not already been refunded.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92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636"/>
                </a:solidFill>
                <a:latin typeface="Calibri"/>
              </a:rPr>
              <a:t>Write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34924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create_return and escalate_to_human stop in confirmation.ts unless the customer already agreed. The Agent Activity panel shows the tool, the arguments, and the result.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Bookly support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2  / 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915"/>
                </a:solidFill>
                <a:latin typeface="Calibri"/>
              </a:rPr>
              <a:t>Three decisions worth defending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657600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4636"/>
                </a:solidFill>
                <a:latin typeface="Calibri"/>
              </a:rPr>
              <a:t>Eligibility lives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Chose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I calculate the 30-day window, delivery, and prior refunds in check-return-eligibility.ts.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Traded 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The model cannot grant a one-off exception.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Why it is worth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A wrong refund is worse than a rigid rule. The rule is readable in one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515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51560"/>
            <a:ext cx="3657600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801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4636"/>
                </a:solidFill>
                <a:latin typeface="Calibri"/>
              </a:rPr>
              <a:t>The write gate is not the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Chose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create_return runs only after the assistant asked and the customer sent a short yes.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Traded 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Some natural phrasings get blocked, and the model has to ask again.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Why it is worth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A model can call a write tool in the same turn it looked the order up. The gate makes that impossible.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3657600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4636"/>
                </a:solidFill>
                <a:latin typeface="Calibri"/>
              </a:rPr>
              <a:t>One visible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Chose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No agent framework. Gemini and OpenAI sit behind lib/llm. The loop is orchestrator.ts.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Traded 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I own retries, the six-turn cap, and provider differences myself.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1">
                <a:solidFill>
                  <a:srgbClr val="8D4E32"/>
                </a:solidFill>
                <a:latin typeface="Calibri"/>
              </a:rPr>
              <a:t>Why it is worth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Calibri"/>
              </a:rPr>
              <a:t>In a sales conversation I can open one file and show exactly who decides what.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Bookly support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3  /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915"/>
                </a:solidFill>
                <a:latin typeface="Calibri"/>
              </a:rPr>
              <a:t>Given more time, I would change one thing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4636"/>
                </a:solidFill>
                <a:latin typeface="Calibri"/>
              </a:rPr>
              <a:t>Put returns in Bookly’s order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915"/>
                </a:solidFill>
                <a:latin typeface="Calibri"/>
              </a:rPr>
              <a:t>The demo stores a return in the Node process. The first id is RET-8817, and it disappears when that process goes away. A second server, or a serverless instance, would not see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4636"/>
                </a:solidFill>
                <a:latin typeface="Calibri"/>
              </a:rPr>
              <a:t>Why this is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The confirmation gate, the eligibility function, and the tool contract already have a clean seam. What a CX leader would not trust is a return id that exists only until restart. Persistence is the failure that shows up the moment the demo leaves one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718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4636"/>
                </a:solidFill>
                <a:latin typeface="Calibri"/>
              </a:rPr>
              <a:t>What I would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65760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The single loop. The write gate outside the prompt. Business rules in tools, not in the system prompt. A production version should call Bookly’s real order API through the same tool interface. It should not grow a second agent to do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Bookly support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584E"/>
                </a:solidFill>
                <a:latin typeface="Calibri"/>
              </a:rPr>
              <a:t>4  /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Bookly support agent</dc:title>
  <dc:subject/>
  <dc:creator>Abhishek Agarwal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